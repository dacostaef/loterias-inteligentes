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4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AC4E8-2219-ADB9-D0EC-D1E71580E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E55ECF-E695-0A41-FAE1-2694B246D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979EA1-329A-2FA8-7EE3-75A6950FB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670070-9A50-DE7B-BB9E-FFDF8107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FF9812-85EA-30C2-51E1-FEAB64AD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33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1BB07-AAB5-0EB3-EBCA-1BB99BE0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646528-02A7-DBF9-CEAA-DE4F0CD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1C7AFF-B87C-6EB3-603B-F62D3A02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C85D8C-45DA-23D1-12F8-72AFD667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7D5E13-8935-AFB7-AA68-E1800786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18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238FF-3698-F983-B2E8-79E70584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2711C1-9951-5923-ADDA-DF59D955D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BE91C5-26BC-6F6A-3B3D-DCD06A2A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23E303-8AE7-B788-D6CC-139BEAE3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B9534B-62F9-068D-BC7A-A691C178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9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82A1A-6509-964A-8A3B-27C9E96A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8A3C15-EDF5-2345-9D99-9436E3B61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0C2966-6371-C535-7D91-0D76277F3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D0D263-4A41-D2A5-6FCD-9261F25C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7B3E73-4C18-EB1E-2784-DB2F5E98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7E699C-60E9-9346-EB6A-BE251387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12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40F403-F5C2-198D-5472-91FB5CA2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8FFB62-B16E-0C7D-0235-5F29ACAD2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3E07F6-2ADD-8739-AD38-3692BC585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70FFA1-FFD4-BA1D-1E48-FEADE1286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478BDC-59F6-4F87-9038-C0C55F114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09B313-F8E6-5EAB-5F83-B36452E8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05C473-4013-5A65-9A1D-2E1F6A49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84AFA1-951B-890B-399F-1840B16C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97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97405-B625-87ED-7960-F41C923E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3AAD36-C167-A9E4-F8AC-7A3BAF3B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1D0009-C3B3-623F-F03B-D4ED59CC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0C7FFF-B757-DB9C-0E6B-9C232FC0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066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855197-AB8E-1E01-2AA2-14D22E6F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64E144-5DEB-1274-EA3C-5BB2D66A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26A893-2CDD-7612-C77C-1C4CB3BA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88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A9E5E-9C51-E848-0682-68D6C095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3B73AE-7544-5AEA-2112-1CB066EA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AB5DCD-1457-BA9E-5496-BAF5970F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63B888-3A62-87A0-4261-1E031F69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03C465-BD80-8C85-71CF-7B023EE8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7C698E-92F1-5318-B00D-C9AA199DB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558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EBBFB-A383-177A-54DC-D074E379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7BC04E-5C5F-338F-27CB-5566EAA3F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82421F-BFDD-D91A-0ED6-5C1498667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CFE483-92DA-3124-5639-7183EFEA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9E1938-54B1-FCE2-8622-CF8DFDDC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29F76F-B712-C989-548C-1F807A58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33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CEFF6-24EB-8A76-31DF-C272C230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29497D-3596-9D53-682E-D8D44839D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7812C1-03F3-B447-8ECE-4F87CD79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841390-EE93-F58F-B962-486B2907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643F4-85C3-E23F-46F4-602E2E99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50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577237-1740-82E6-2939-6EF6695E9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5A439D-BE02-1795-6363-D1CFD7717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D7E5B9-8A70-F7C0-EB92-EAE78651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386F3-32AC-4642-8205-D3762A7A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39D10F-EB7A-8B82-248E-FDDCD96A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43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768382-DBEF-E9B9-A209-8C99A6026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127E1C-09C9-7249-C05C-4022D2DBB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65568-591F-29EE-105E-5753221A4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E7708-A286-48BE-8C93-A7C6643F89A8}" type="datetimeFigureOut">
              <a:rPr lang="pt-BR" smtClean="0"/>
              <a:t>27/06/2026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7EEDDE-8516-42F9-07FD-975871D89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8EB2DD-F22C-ACB8-774D-F1561717C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5ACC5-10C2-4D8A-8C2A-54D776C0AA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37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36A938A-2021-8189-62C7-0DBEFC2E44B5}"/>
              </a:ext>
            </a:extLst>
          </p:cNvPr>
          <p:cNvSpPr txBox="1"/>
          <p:nvPr/>
        </p:nvSpPr>
        <p:spPr>
          <a:xfrm>
            <a:off x="336884" y="276271"/>
            <a:ext cx="1094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 </a:t>
            </a:r>
            <a:r>
              <a:rPr lang="pt-BR" sz="1400" dirty="0" err="1"/>
              <a:t>cd</a:t>
            </a:r>
            <a:r>
              <a:rPr lang="pt-BR" sz="1400" dirty="0"/>
              <a:t> "C:\Users\Dell\Dropbox\! 000 </a:t>
            </a:r>
            <a:r>
              <a:rPr lang="pt-BR" sz="1400" dirty="0" err="1"/>
              <a:t>ByPass</a:t>
            </a:r>
            <a:r>
              <a:rPr lang="pt-BR" sz="1400" dirty="0"/>
              <a:t>\Pessoal\99_Loterias\0 - Loterias-Inteligentes\</a:t>
            </a:r>
            <a:r>
              <a:rPr lang="pt-BR" sz="1400" dirty="0" err="1"/>
              <a:t>LoteriasExcel</a:t>
            </a:r>
            <a:r>
              <a:rPr lang="pt-BR" sz="1400" dirty="0"/>
              <a:t>"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A52EE6-D0BB-E340-010F-D74B33484A97}"/>
              </a:ext>
            </a:extLst>
          </p:cNvPr>
          <p:cNvSpPr txBox="1"/>
          <p:nvPr/>
        </p:nvSpPr>
        <p:spPr>
          <a:xfrm>
            <a:off x="336884" y="721803"/>
            <a:ext cx="11710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PS C:\Users\Dell\Dropbox\! 000 </a:t>
            </a:r>
            <a:r>
              <a:rPr lang="pt-BR" sz="1400" dirty="0" err="1"/>
              <a:t>ByPass</a:t>
            </a:r>
            <a:r>
              <a:rPr lang="pt-BR" sz="1400" dirty="0"/>
              <a:t>\Pessoal\99_Loterias\0 - Loterias-Inteligentes\</a:t>
            </a:r>
            <a:r>
              <a:rPr lang="pt-BR" sz="1400" dirty="0" err="1"/>
              <a:t>LoteriasExcel</a:t>
            </a:r>
            <a:r>
              <a:rPr lang="pt-BR" sz="1400" dirty="0"/>
              <a:t>&gt; </a:t>
            </a:r>
            <a:r>
              <a:rPr lang="pt-BR" sz="1400" dirty="0" err="1">
                <a:highlight>
                  <a:srgbClr val="00FF00"/>
                </a:highlight>
              </a:rPr>
              <a:t>git</a:t>
            </a:r>
            <a:r>
              <a:rPr lang="pt-BR" sz="1400" dirty="0">
                <a:highlight>
                  <a:srgbClr val="00FF00"/>
                </a:highlight>
              </a:rPr>
              <a:t> status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1E84341-CC3F-91D4-FBB7-1B1250CC6493}"/>
              </a:ext>
            </a:extLst>
          </p:cNvPr>
          <p:cNvSpPr txBox="1"/>
          <p:nvPr/>
        </p:nvSpPr>
        <p:spPr>
          <a:xfrm>
            <a:off x="336884" y="1167335"/>
            <a:ext cx="119674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PS C:\Users\Dell\Dropbox\! 000 </a:t>
            </a:r>
            <a:r>
              <a:rPr lang="pt-BR" sz="1400" dirty="0" err="1"/>
              <a:t>ByPass</a:t>
            </a:r>
            <a:r>
              <a:rPr lang="pt-BR" sz="1400" dirty="0"/>
              <a:t>\Pessoal\99_Loterias\0 - Loterias-Inteligentes\</a:t>
            </a:r>
            <a:r>
              <a:rPr lang="pt-BR" sz="1400" dirty="0" err="1"/>
              <a:t>LoteriasExcel</a:t>
            </a:r>
            <a:r>
              <a:rPr lang="pt-BR" sz="1400" dirty="0"/>
              <a:t>&gt; </a:t>
            </a:r>
            <a:r>
              <a:rPr lang="pt-BR" sz="1400" dirty="0" err="1">
                <a:highlight>
                  <a:srgbClr val="00FF00"/>
                </a:highlight>
              </a:rPr>
              <a:t>git</a:t>
            </a:r>
            <a:r>
              <a:rPr lang="pt-BR" sz="1400" dirty="0">
                <a:highlight>
                  <a:srgbClr val="00FF00"/>
                </a:highlight>
              </a:rPr>
              <a:t> </a:t>
            </a:r>
            <a:r>
              <a:rPr lang="pt-BR" sz="1400" dirty="0" err="1">
                <a:highlight>
                  <a:srgbClr val="00FF00"/>
                </a:highlight>
              </a:rPr>
              <a:t>add</a:t>
            </a:r>
            <a:r>
              <a:rPr lang="pt-BR" sz="1400" dirty="0">
                <a:highlight>
                  <a:srgbClr val="00FF00"/>
                </a:highlight>
              </a:rPr>
              <a:t> .</a:t>
            </a:r>
          </a:p>
          <a:p>
            <a:r>
              <a:rPr lang="pt-BR" sz="1400" dirty="0"/>
              <a:t>PS C:\Users\Dell\Dropbox\! 000 </a:t>
            </a:r>
            <a:r>
              <a:rPr lang="pt-BR" sz="1400" dirty="0" err="1"/>
              <a:t>ByPass</a:t>
            </a:r>
            <a:r>
              <a:rPr lang="pt-BR" sz="1400" dirty="0"/>
              <a:t>\Pessoal\99_Loterias\0 - Loterias-Inteligentes\</a:t>
            </a:r>
            <a:r>
              <a:rPr lang="pt-BR" sz="1400" dirty="0" err="1"/>
              <a:t>LoteriasExcel</a:t>
            </a:r>
            <a:r>
              <a:rPr lang="pt-BR" sz="1400" dirty="0"/>
              <a:t>&gt; </a:t>
            </a:r>
            <a:r>
              <a:rPr lang="pt-BR" sz="1400" dirty="0" err="1">
                <a:highlight>
                  <a:srgbClr val="00FF00"/>
                </a:highlight>
              </a:rPr>
              <a:t>git</a:t>
            </a:r>
            <a:r>
              <a:rPr lang="pt-BR" sz="1400" dirty="0">
                <a:highlight>
                  <a:srgbClr val="00FF00"/>
                </a:highlight>
              </a:rPr>
              <a:t> status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494283F-DC9F-1C50-FF22-67D86E3513A4}"/>
              </a:ext>
            </a:extLst>
          </p:cNvPr>
          <p:cNvSpPr txBox="1"/>
          <p:nvPr/>
        </p:nvSpPr>
        <p:spPr>
          <a:xfrm>
            <a:off x="336884" y="1928472"/>
            <a:ext cx="126411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PS C:\Users\Dell\Dropbox\! 000 </a:t>
            </a:r>
            <a:r>
              <a:rPr lang="pt-BR" sz="1400" dirty="0" err="1"/>
              <a:t>ByPass</a:t>
            </a:r>
            <a:r>
              <a:rPr lang="pt-BR" sz="1400" dirty="0"/>
              <a:t>\Pessoal\99_Loterias\0 - Loterias-Inteligentes\</a:t>
            </a:r>
            <a:r>
              <a:rPr lang="pt-BR" sz="1400" dirty="0" err="1"/>
              <a:t>LoteriasExcel</a:t>
            </a:r>
            <a:r>
              <a:rPr lang="pt-BR" sz="1400" dirty="0"/>
              <a:t>&gt; </a:t>
            </a:r>
            <a:r>
              <a:rPr lang="pt-BR" sz="1400" dirty="0" err="1">
                <a:highlight>
                  <a:srgbClr val="00FF00"/>
                </a:highlight>
              </a:rPr>
              <a:t>git</a:t>
            </a:r>
            <a:r>
              <a:rPr lang="pt-BR" sz="1400" dirty="0">
                <a:highlight>
                  <a:srgbClr val="00FF00"/>
                </a:highlight>
              </a:rPr>
              <a:t> </a:t>
            </a:r>
            <a:r>
              <a:rPr lang="pt-BR" sz="1400" dirty="0" err="1">
                <a:highlight>
                  <a:srgbClr val="00FF00"/>
                </a:highlight>
              </a:rPr>
              <a:t>commit</a:t>
            </a:r>
            <a:r>
              <a:rPr lang="pt-BR" sz="1400" dirty="0">
                <a:highlight>
                  <a:srgbClr val="00FF00"/>
                </a:highlight>
              </a:rPr>
              <a:t> -m "Atualizando </a:t>
            </a:r>
            <a:r>
              <a:rPr lang="pt-BR" sz="1400" dirty="0" err="1">
                <a:highlight>
                  <a:srgbClr val="00FF00"/>
                </a:highlight>
              </a:rPr>
              <a:t>Excels</a:t>
            </a:r>
            <a:r>
              <a:rPr lang="pt-BR" sz="1400" dirty="0">
                <a:highlight>
                  <a:srgbClr val="00FF00"/>
                </a:highlight>
              </a:rPr>
              <a:t>"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E600F2B6-AB90-E6F2-D4E1-9FD9452F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791" y="2643206"/>
            <a:ext cx="4990651" cy="421479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77BD704B-0393-9C60-444B-22D22B6D7499}"/>
              </a:ext>
            </a:extLst>
          </p:cNvPr>
          <p:cNvSpPr txBox="1"/>
          <p:nvPr/>
        </p:nvSpPr>
        <p:spPr>
          <a:xfrm>
            <a:off x="336884" y="2285839"/>
            <a:ext cx="118551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PS C:\Users\Dell\Dropbox\! 000 </a:t>
            </a:r>
            <a:r>
              <a:rPr lang="pt-BR" sz="1400" dirty="0" err="1"/>
              <a:t>ByPass</a:t>
            </a:r>
            <a:r>
              <a:rPr lang="pt-BR" sz="1400" dirty="0"/>
              <a:t>\Pessoal\99_Loterias\0 - Loterias-Inteligentes\</a:t>
            </a:r>
            <a:r>
              <a:rPr lang="pt-BR" sz="1400" dirty="0" err="1"/>
              <a:t>LoteriasExcel</a:t>
            </a:r>
            <a:r>
              <a:rPr lang="pt-BR" sz="1400" dirty="0"/>
              <a:t>&gt; </a:t>
            </a:r>
            <a:r>
              <a:rPr lang="pt-BR" sz="1400" dirty="0" err="1">
                <a:highlight>
                  <a:srgbClr val="00FF00"/>
                </a:highlight>
              </a:rPr>
              <a:t>git</a:t>
            </a:r>
            <a:r>
              <a:rPr lang="pt-BR" sz="1400" dirty="0">
                <a:highlight>
                  <a:srgbClr val="00FF00"/>
                </a:highlight>
              </a:rPr>
              <a:t> </a:t>
            </a:r>
            <a:r>
              <a:rPr lang="pt-BR" sz="1400" dirty="0" err="1">
                <a:highlight>
                  <a:srgbClr val="00FF00"/>
                </a:highlight>
              </a:rPr>
              <a:t>push</a:t>
            </a:r>
            <a:endParaRPr lang="pt-BR" sz="14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9496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Emanuel Fonseca da Costa</dc:creator>
  <cp:lastModifiedBy>Emanuel Fonseca da Costa</cp:lastModifiedBy>
  <cp:revision>1</cp:revision>
  <dcterms:created xsi:type="dcterms:W3CDTF">2026-06-27T12:14:02Z</dcterms:created>
  <dcterms:modified xsi:type="dcterms:W3CDTF">2026-06-27T12:20:29Z</dcterms:modified>
</cp:coreProperties>
</file>